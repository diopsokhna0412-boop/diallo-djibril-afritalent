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7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jibril Diallo" userId="7444e12eb2a3d16b" providerId="LiveId" clId="{9349EBB3-2D18-4A2B-9264-6E159DEB1808}"/>
    <pc:docChg chg="undo custSel modSld">
      <pc:chgData name="Djibril Diallo" userId="7444e12eb2a3d16b" providerId="LiveId" clId="{9349EBB3-2D18-4A2B-9264-6E159DEB1808}" dt="2026-06-23T19:29:28.202" v="32" actId="14100"/>
      <pc:docMkLst>
        <pc:docMk/>
      </pc:docMkLst>
      <pc:sldChg chg="modSp mod">
        <pc:chgData name="Djibril Diallo" userId="7444e12eb2a3d16b" providerId="LiveId" clId="{9349EBB3-2D18-4A2B-9264-6E159DEB1808}" dt="2026-06-23T19:08:34.698" v="4" actId="20577"/>
        <pc:sldMkLst>
          <pc:docMk/>
          <pc:sldMk cId="1908064567" sldId="256"/>
        </pc:sldMkLst>
        <pc:spChg chg="mod">
          <ac:chgData name="Djibril Diallo" userId="7444e12eb2a3d16b" providerId="LiveId" clId="{9349EBB3-2D18-4A2B-9264-6E159DEB1808}" dt="2026-06-23T19:08:34.698" v="4" actId="20577"/>
          <ac:spMkLst>
            <pc:docMk/>
            <pc:sldMk cId="1908064567" sldId="256"/>
            <ac:spMk id="3" creationId="{4677DB02-6A31-8BD1-49DC-BE8069C8A25A}"/>
          </ac:spMkLst>
        </pc:spChg>
      </pc:sldChg>
      <pc:sldChg chg="addSp delSp modSp mod">
        <pc:chgData name="Djibril Diallo" userId="7444e12eb2a3d16b" providerId="LiveId" clId="{9349EBB3-2D18-4A2B-9264-6E159DEB1808}" dt="2026-06-23T19:29:28.202" v="32" actId="14100"/>
        <pc:sldMkLst>
          <pc:docMk/>
          <pc:sldMk cId="688811813" sldId="261"/>
        </pc:sldMkLst>
        <pc:picChg chg="add mod">
          <ac:chgData name="Djibril Diallo" userId="7444e12eb2a3d16b" providerId="LiveId" clId="{9349EBB3-2D18-4A2B-9264-6E159DEB1808}" dt="2026-06-23T19:27:28.964" v="14" actId="14100"/>
          <ac:picMkLst>
            <pc:docMk/>
            <pc:sldMk cId="688811813" sldId="261"/>
            <ac:picMk id="4" creationId="{10334D45-ABEE-F24E-9382-E8B0972958BA}"/>
          </ac:picMkLst>
        </pc:picChg>
        <pc:picChg chg="add mod">
          <ac:chgData name="Djibril Diallo" userId="7444e12eb2a3d16b" providerId="LiveId" clId="{9349EBB3-2D18-4A2B-9264-6E159DEB1808}" dt="2026-06-23T19:28:35.178" v="24" actId="14100"/>
          <ac:picMkLst>
            <pc:docMk/>
            <pc:sldMk cId="688811813" sldId="261"/>
            <ac:picMk id="8" creationId="{D02F74ED-5CEB-6AFD-D05A-067E4BE969D9}"/>
          </ac:picMkLst>
        </pc:picChg>
        <pc:picChg chg="del">
          <ac:chgData name="Djibril Diallo" userId="7444e12eb2a3d16b" providerId="LiveId" clId="{9349EBB3-2D18-4A2B-9264-6E159DEB1808}" dt="2026-06-23T19:27:37.876" v="15" actId="478"/>
          <ac:picMkLst>
            <pc:docMk/>
            <pc:sldMk cId="688811813" sldId="261"/>
            <ac:picMk id="9" creationId="{0B7B6A05-9B2D-F945-482D-C21B1D326302}"/>
          </ac:picMkLst>
        </pc:picChg>
        <pc:picChg chg="add mod">
          <ac:chgData name="Djibril Diallo" userId="7444e12eb2a3d16b" providerId="LiveId" clId="{9349EBB3-2D18-4A2B-9264-6E159DEB1808}" dt="2026-06-23T19:29:28.202" v="32" actId="14100"/>
          <ac:picMkLst>
            <pc:docMk/>
            <pc:sldMk cId="688811813" sldId="261"/>
            <ac:picMk id="12" creationId="{3DE6032D-CAFB-EACE-81FB-8F299219B414}"/>
          </ac:picMkLst>
        </pc:picChg>
        <pc:picChg chg="del">
          <ac:chgData name="Djibril Diallo" userId="7444e12eb2a3d16b" providerId="LiveId" clId="{9349EBB3-2D18-4A2B-9264-6E159DEB1808}" dt="2026-06-23T19:28:39.188" v="25" actId="478"/>
          <ac:picMkLst>
            <pc:docMk/>
            <pc:sldMk cId="688811813" sldId="261"/>
            <ac:picMk id="13" creationId="{83DE39FC-C8F0-3F6C-B978-F712575150B8}"/>
          </ac:picMkLst>
        </pc:picChg>
        <pc:picChg chg="add del">
          <ac:chgData name="Djibril Diallo" userId="7444e12eb2a3d16b" providerId="LiveId" clId="{9349EBB3-2D18-4A2B-9264-6E159DEB1808}" dt="2026-06-23T19:26:08.762" v="7" actId="478"/>
          <ac:picMkLst>
            <pc:docMk/>
            <pc:sldMk cId="688811813" sldId="261"/>
            <ac:picMk id="17" creationId="{22FF4FC8-6124-F6A6-C15B-A3962725FE6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A5107-A272-4D5E-B7E9-2EAE615A7AED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C798-82B3-49D0-981A-84648682B6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3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C798-82B3-49D0-981A-84648682B60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207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488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75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3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64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48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43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87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47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1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39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5759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067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027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96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7638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05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85558-BB52-48DD-9A3A-4416A10CED0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30DD0E-EB06-46D1-9E69-0616A51CB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564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iopsokhna0412-boop.github.io/Diallo-Djibril-AfriTalent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D7A68-03A7-9935-E2A7-23899864F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33466" y="978615"/>
            <a:ext cx="8915399" cy="914400"/>
          </a:xfrm>
        </p:spPr>
        <p:txBody>
          <a:bodyPr>
            <a:normAutofit fontScale="90000"/>
          </a:bodyPr>
          <a:lstStyle/>
          <a:p>
            <a:r>
              <a:rPr lang="fr-F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7DB02-6A31-8BD1-49DC-BE8069C8A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642" y="2422133"/>
            <a:ext cx="7554930" cy="3000052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Plateforme de mise en relation entre freelances tech et entreprises</a:t>
            </a:r>
          </a:p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Réalisé par :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Djibril Diallo</a:t>
            </a:r>
          </a:p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 :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 IAGE</a:t>
            </a:r>
          </a:p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Développement Web</a:t>
            </a:r>
          </a:p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16 Juin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pPr algn="ctr"/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9080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075E3DB-3485-10D9-726C-387A017A6906}"/>
              </a:ext>
            </a:extLst>
          </p:cNvPr>
          <p:cNvSpPr txBox="1"/>
          <p:nvPr/>
        </p:nvSpPr>
        <p:spPr>
          <a:xfrm>
            <a:off x="2240280" y="615434"/>
            <a:ext cx="61036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0C265A4-3875-06D8-7940-6E49F982F3A8}"/>
              </a:ext>
            </a:extLst>
          </p:cNvPr>
          <p:cNvSpPr txBox="1"/>
          <p:nvPr/>
        </p:nvSpPr>
        <p:spPr>
          <a:xfrm>
            <a:off x="400050" y="2228850"/>
            <a:ext cx="94183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1_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 : contexte, objectif, public cible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2_ Choix de design : palette (codes hex), polices (justification), inspirations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3_ Architecture : arborescence, captures d'écran des pages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4_ Points techniques : JS (extraits de code + logique), Bootstrap (composants utilisés), 	CSS avancé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5_ GitHub : historique des commits, workflow Git, lien GitHub Pages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 Difficultés rencontrées et solutions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7_ Ressources et documentation utilisées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8_ Démonstration live du site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9_ Conclusion et perspectives d'amélioration</a:t>
            </a:r>
          </a:p>
        </p:txBody>
      </p:sp>
    </p:spTree>
    <p:extLst>
      <p:ext uri="{BB962C8B-B14F-4D97-AF65-F5344CB8AC3E}">
        <p14:creationId xmlns:p14="http://schemas.microsoft.com/office/powerpoint/2010/main" val="764723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AA1DCCD-B380-A535-2DA2-1629DD484D9F}"/>
              </a:ext>
            </a:extLst>
          </p:cNvPr>
          <p:cNvSpPr txBox="1"/>
          <p:nvPr/>
        </p:nvSpPr>
        <p:spPr>
          <a:xfrm>
            <a:off x="194310" y="169664"/>
            <a:ext cx="110070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BDCB20-D2CC-7A60-481E-0E7D72688089}"/>
              </a:ext>
            </a:extLst>
          </p:cNvPr>
          <p:cNvSpPr txBox="1"/>
          <p:nvPr/>
        </p:nvSpPr>
        <p:spPr>
          <a:xfrm>
            <a:off x="548640" y="1533465"/>
            <a:ext cx="86639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marché du freelance tech en Afrique connaît une forte croissance.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nombreux développeurs, designers et experts numériques recherchent des opportunités professionnelles tandis que les entreprises ont besoin de talents qualifiés.</a:t>
            </a:r>
          </a:p>
          <a:p>
            <a:pPr algn="just"/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Créer une plateforme moderne permettant :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relation entre freelances et entreprises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valorisation des talents africains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présentation de profils professionnels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L'accès simplifié aux missions </a:t>
            </a:r>
          </a:p>
          <a:p>
            <a:pPr algn="just"/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cible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Freelances africains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PME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Grandes entreprises </a:t>
            </a:r>
          </a:p>
          <a:p>
            <a:pPr algn="just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10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30C3E91-BAB4-9A08-AF8F-2507E8520E36}"/>
              </a:ext>
            </a:extLst>
          </p:cNvPr>
          <p:cNvSpPr txBox="1"/>
          <p:nvPr/>
        </p:nvSpPr>
        <p:spPr>
          <a:xfrm>
            <a:off x="331470" y="14020"/>
            <a:ext cx="95669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Choix de Design : Palette graphique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4A67DE4-1E82-5149-9613-7DCB7503057B}"/>
              </a:ext>
            </a:extLst>
          </p:cNvPr>
          <p:cNvSpPr txBox="1"/>
          <p:nvPr/>
        </p:nvSpPr>
        <p:spPr>
          <a:xfrm>
            <a:off x="152083" y="1953012"/>
            <a:ext cx="10835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Couleurs utilisées:</a:t>
            </a:r>
          </a:p>
          <a:p>
            <a:endParaRPr lang="fr-FR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DC1F4B1-613D-AA46-D7A6-61CD6F219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046065"/>
              </p:ext>
            </p:extLst>
          </p:nvPr>
        </p:nvGraphicFramePr>
        <p:xfrm>
          <a:off x="468630" y="2504598"/>
          <a:ext cx="8596311" cy="23774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377980381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7532994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367247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Élément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Couleur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HEX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468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Couleur principale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#0D6EFD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91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Couleur secondaire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#198754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217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Couleur accent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#FFC107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663229"/>
                  </a:ext>
                </a:extLst>
              </a:tr>
              <a:tr h="33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Texte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#212529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41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 clair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Blanc cassé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#F8F9FA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316033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A311B0E1-49EC-FB24-4AEE-CC2D20762060}"/>
              </a:ext>
            </a:extLst>
          </p:cNvPr>
          <p:cNvSpPr txBox="1"/>
          <p:nvPr/>
        </p:nvSpPr>
        <p:spPr>
          <a:xfrm>
            <a:off x="331470" y="5122068"/>
            <a:ext cx="809244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chemeClr val="accent1"/>
                </a:solidFill>
              </a:rPr>
              <a:t>Justification</a:t>
            </a:r>
          </a:p>
          <a:p>
            <a:pPr algn="just"/>
            <a:r>
              <a:rPr lang="fr-FR" sz="2000" dirty="0"/>
              <a:t>Le bleu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</a:t>
            </a:r>
            <a:r>
              <a:rPr lang="fr-FR" sz="2000" dirty="0"/>
              <a:t> confiance. </a:t>
            </a:r>
          </a:p>
          <a:p>
            <a:pPr algn="just"/>
            <a:r>
              <a:rPr lang="fr-FR" sz="2000" dirty="0"/>
              <a:t>Le vert représente la croissance. </a:t>
            </a:r>
          </a:p>
          <a:p>
            <a:pPr algn="just"/>
            <a:r>
              <a:rPr lang="fr-FR" sz="2000" dirty="0"/>
              <a:t>Le jaune apporte du dynamisme. </a:t>
            </a:r>
          </a:p>
          <a:p>
            <a:pPr algn="just"/>
            <a:r>
              <a:rPr lang="fr-FR" sz="2000" dirty="0"/>
              <a:t>Les couleurs assurent une bonne lisibilité.</a:t>
            </a:r>
          </a:p>
          <a:p>
            <a:pPr algn="just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26072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4342EAE-1067-5B75-62AA-E9601A020FF4}"/>
              </a:ext>
            </a:extLst>
          </p:cNvPr>
          <p:cNvSpPr txBox="1"/>
          <p:nvPr/>
        </p:nvSpPr>
        <p:spPr>
          <a:xfrm>
            <a:off x="-217170" y="112514"/>
            <a:ext cx="9841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Choix de Design : Typographie et Inspirations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291697-4864-4AAF-ABB0-CFDB0015146D}"/>
              </a:ext>
            </a:extLst>
          </p:cNvPr>
          <p:cNvSpPr txBox="1"/>
          <p:nvPr/>
        </p:nvSpPr>
        <p:spPr>
          <a:xfrm>
            <a:off x="411480" y="1603950"/>
            <a:ext cx="111556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Polices utilisées</a:t>
            </a:r>
          </a:p>
          <a:p>
            <a:r>
              <a:rPr lang="fr-F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Poppins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Utilisée pour :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Titres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Menus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Boutons </a:t>
            </a:r>
          </a:p>
          <a:p>
            <a:r>
              <a:rPr lang="fr-F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Utilisée pour :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Paragraphes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Textes descriptifs </a:t>
            </a:r>
          </a:p>
          <a:p>
            <a:r>
              <a:rPr lang="fr-FR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Inspirations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Fiverr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Upwork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Malt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Dribbble </a:t>
            </a:r>
          </a:p>
          <a:p>
            <a:r>
              <a:rPr lang="fr-FR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: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Créer une interface moderne, professionnelle et accessible.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626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49FFFEC-3182-A2E6-8C2C-76A52DD507E3}"/>
              </a:ext>
            </a:extLst>
          </p:cNvPr>
          <p:cNvSpPr txBox="1"/>
          <p:nvPr/>
        </p:nvSpPr>
        <p:spPr>
          <a:xfrm>
            <a:off x="502920" y="-111800"/>
            <a:ext cx="89611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projet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98FC665-4454-D68F-AF86-CF253585EBB8}"/>
              </a:ext>
            </a:extLst>
          </p:cNvPr>
          <p:cNvSpPr txBox="1"/>
          <p:nvPr/>
        </p:nvSpPr>
        <p:spPr>
          <a:xfrm>
            <a:off x="575310" y="1097280"/>
            <a:ext cx="1104138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des fichiers</a:t>
            </a:r>
          </a:p>
          <a:p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index.html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freelances.html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tarifs.html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about.html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blog.html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contact.html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css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style.css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js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main.js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images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395320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6ABCE03-3F6D-6311-74A4-02AAF78BF380}"/>
              </a:ext>
            </a:extLst>
          </p:cNvPr>
          <p:cNvSpPr txBox="1"/>
          <p:nvPr/>
        </p:nvSpPr>
        <p:spPr>
          <a:xfrm>
            <a:off x="125730" y="0"/>
            <a:ext cx="95211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600" dirty="0">
                <a:solidFill>
                  <a:schemeClr val="accent1"/>
                </a:solidFill>
              </a:rPr>
              <a:t>Captures </a:t>
            </a:r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d'écran</a:t>
            </a:r>
            <a:r>
              <a:rPr lang="fr-FR" sz="6600" dirty="0">
                <a:solidFill>
                  <a:schemeClr val="accent1"/>
                </a:solidFill>
              </a:rPr>
              <a:t> du site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AC8E6F9-8879-F419-EFF2-D76C1888C172}"/>
              </a:ext>
            </a:extLst>
          </p:cNvPr>
          <p:cNvSpPr txBox="1"/>
          <p:nvPr/>
        </p:nvSpPr>
        <p:spPr>
          <a:xfrm>
            <a:off x="308610" y="1120676"/>
            <a:ext cx="8686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réalisées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Accueil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Freelances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Tarifs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propos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6C4F31F-1F01-8E04-46C1-904787E5F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" y="3851910"/>
            <a:ext cx="1889595" cy="20002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FD26C8E-895C-BEAB-C8DD-5297B1A8D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251" y="3851910"/>
            <a:ext cx="2319046" cy="20002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964B8C4-20F6-4ACC-B127-E3ADE2B48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5" y="1388968"/>
            <a:ext cx="2900819" cy="177173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0334D45-ABEE-F24E-9382-E8B097295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768" y="1388968"/>
            <a:ext cx="3109271" cy="177173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02F74ED-5CEB-6AFD-D05A-067E4BE969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265" y="3851910"/>
            <a:ext cx="2295985" cy="20002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DE6032D-CAFB-EACE-81FB-8F299219B4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298" y="3851911"/>
            <a:ext cx="2627742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1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2AF575F-85BF-090F-0CFC-52C28B2CF6AF}"/>
              </a:ext>
            </a:extLst>
          </p:cNvPr>
          <p:cNvSpPr txBox="1"/>
          <p:nvPr/>
        </p:nvSpPr>
        <p:spPr>
          <a:xfrm>
            <a:off x="-80010" y="0"/>
            <a:ext cx="117271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JavaScript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0F5C27A-CB2E-6353-F92F-266F927E6074}"/>
              </a:ext>
            </a:extLst>
          </p:cNvPr>
          <p:cNvSpPr txBox="1"/>
          <p:nvPr/>
        </p:nvSpPr>
        <p:spPr>
          <a:xfrm>
            <a:off x="544830" y="1209080"/>
            <a:ext cx="1148715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Mode</a:t>
            </a: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via un bouton </a:t>
            </a: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 avec LocalStorage</a:t>
            </a:r>
          </a:p>
          <a:p>
            <a:pPr algn="just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 Retour en Haut</a:t>
            </a: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après défilement </a:t>
            </a: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Retour fluide vers le haut </a:t>
            </a:r>
          </a:p>
          <a:p>
            <a:pPr algn="just"/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 dynamique</a:t>
            </a: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Changement d'apparence lors du scroll </a:t>
            </a:r>
          </a:p>
          <a:p>
            <a:pPr algn="just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</a:p>
          <a:p>
            <a:pPr algn="just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Fade-In des sections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Compteurs animés</a:t>
            </a:r>
          </a:p>
          <a:p>
            <a:pPr algn="just"/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25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C778814-9BB0-2E34-BA51-E753A4703CE5}"/>
              </a:ext>
            </a:extLst>
          </p:cNvPr>
          <p:cNvSpPr txBox="1"/>
          <p:nvPr/>
        </p:nvSpPr>
        <p:spPr>
          <a:xfrm>
            <a:off x="114300" y="0"/>
            <a:ext cx="95783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et CSS Avancé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CD17ADE-6EC5-DC1E-AFBE-978518179C6C}"/>
              </a:ext>
            </a:extLst>
          </p:cNvPr>
          <p:cNvSpPr txBox="1"/>
          <p:nvPr/>
        </p:nvSpPr>
        <p:spPr>
          <a:xfrm>
            <a:off x="445770" y="1280160"/>
            <a:ext cx="89611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Composants Bootstrap utilisés</a:t>
            </a:r>
          </a:p>
          <a:p>
            <a:pPr algn="just"/>
            <a:r>
              <a:rPr lang="fr-FR" dirty="0"/>
              <a:t>Navbar </a:t>
            </a:r>
          </a:p>
          <a:p>
            <a:pPr algn="just"/>
            <a:r>
              <a:rPr lang="fr-FR" dirty="0"/>
              <a:t>Cards </a:t>
            </a:r>
          </a:p>
          <a:p>
            <a:pPr algn="just"/>
            <a:r>
              <a:rPr lang="fr-FR" dirty="0"/>
              <a:t>Carousel </a:t>
            </a:r>
          </a:p>
          <a:p>
            <a:pPr algn="just"/>
            <a:r>
              <a:rPr lang="fr-FR" dirty="0"/>
              <a:t>Accordion </a:t>
            </a:r>
          </a:p>
          <a:p>
            <a:pPr algn="just"/>
            <a:r>
              <a:rPr lang="fr-FR" dirty="0"/>
              <a:t>Grid System </a:t>
            </a:r>
          </a:p>
          <a:p>
            <a:pPr algn="just"/>
            <a:r>
              <a:rPr lang="fr-FR" dirty="0"/>
              <a:t>Buttons </a:t>
            </a:r>
          </a:p>
          <a:p>
            <a:pPr algn="just"/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avancé</a:t>
            </a:r>
          </a:p>
          <a:p>
            <a:pPr algn="just"/>
            <a:r>
              <a:rPr lang="fr-FR" dirty="0"/>
              <a:t>Variables CSS </a:t>
            </a:r>
          </a:p>
          <a:p>
            <a:pPr algn="just"/>
            <a:r>
              <a:rPr lang="fr-FR" dirty="0"/>
              <a:t>Media Queries </a:t>
            </a:r>
          </a:p>
          <a:p>
            <a:pPr algn="just"/>
            <a:r>
              <a:rPr lang="fr-FR" dirty="0"/>
              <a:t>Animations </a:t>
            </a:r>
          </a:p>
          <a:p>
            <a:pPr algn="just"/>
            <a:r>
              <a:rPr lang="fr-FR" dirty="0"/>
              <a:t>Hover Effects </a:t>
            </a:r>
          </a:p>
          <a:p>
            <a:pPr algn="just"/>
            <a:r>
              <a:rPr lang="fr-FR" dirty="0"/>
              <a:t>Responsive Design </a:t>
            </a:r>
          </a:p>
          <a:p>
            <a:pPr algn="just"/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</a:p>
          <a:p>
            <a:pPr algn="just"/>
            <a:r>
              <a:rPr lang="fr-FR" dirty="0"/>
              <a:t>Compatible :</a:t>
            </a:r>
          </a:p>
          <a:p>
            <a:pPr algn="just"/>
            <a:r>
              <a:rPr lang="fr-FR" dirty="0"/>
              <a:t>Mobile </a:t>
            </a:r>
          </a:p>
          <a:p>
            <a:pPr algn="just"/>
            <a:r>
              <a:rPr lang="fr-FR" dirty="0"/>
              <a:t>Tablette </a:t>
            </a:r>
          </a:p>
          <a:p>
            <a:pPr algn="just"/>
            <a:r>
              <a:rPr lang="fr-FR" dirty="0"/>
              <a:t>Ordinateur</a:t>
            </a:r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277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FCBE84F-801F-E555-6053-21A33A6E3146}"/>
              </a:ext>
            </a:extLst>
          </p:cNvPr>
          <p:cNvSpPr txBox="1"/>
          <p:nvPr/>
        </p:nvSpPr>
        <p:spPr>
          <a:xfrm>
            <a:off x="274320" y="0"/>
            <a:ext cx="90068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et Déploiement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8870EC-23C8-1940-BC94-258804AF829B}"/>
              </a:ext>
            </a:extLst>
          </p:cNvPr>
          <p:cNvSpPr txBox="1"/>
          <p:nvPr/>
        </p:nvSpPr>
        <p:spPr>
          <a:xfrm>
            <a:off x="537210" y="1107996"/>
            <a:ext cx="99669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Git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Commandes principales :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.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-m "message"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 origin main</a:t>
            </a:r>
          </a:p>
          <a:p>
            <a:pPr algn="just"/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Déploiement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Pages activé.</a:t>
            </a:r>
          </a:p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Dépôt GitHub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en ligne</a:t>
            </a:r>
          </a:p>
          <a:p>
            <a:r>
              <a:rPr lang="fr-FR" sz="2800" b="1" u="sng" dirty="0">
                <a:hlinkClick r:id="rId2"/>
              </a:rPr>
              <a:t>https://diopsokhna0412-boop.github.io/Diallo-Djibril-AfriTalent/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97CE378-1DA5-0D28-02C9-E1C7D0DA9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620" y="1823547"/>
            <a:ext cx="3395523" cy="337944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B24BE84-B045-8296-A9B9-0969A09EC1DC}"/>
              </a:ext>
            </a:extLst>
          </p:cNvPr>
          <p:cNvSpPr txBox="1"/>
          <p:nvPr/>
        </p:nvSpPr>
        <p:spPr>
          <a:xfrm>
            <a:off x="6628095" y="1037213"/>
            <a:ext cx="1910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Historique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20097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AF0E61-28CC-BE4E-082D-4EC4E20984F5}"/>
              </a:ext>
            </a:extLst>
          </p:cNvPr>
          <p:cNvSpPr txBox="1"/>
          <p:nvPr/>
        </p:nvSpPr>
        <p:spPr>
          <a:xfrm>
            <a:off x="662940" y="0"/>
            <a:ext cx="101384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E4DAA5B-553A-9838-35F3-D2177332A3F5}"/>
              </a:ext>
            </a:extLst>
          </p:cNvPr>
          <p:cNvSpPr txBox="1"/>
          <p:nvPr/>
        </p:nvSpPr>
        <p:spPr>
          <a:xfrm>
            <a:off x="662940" y="1291590"/>
            <a:ext cx="1147572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 1 : Validation HTML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Mauvaise hiérarchie des titres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&lt;h4&gt; après &lt;h2&gt;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de la structure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→ h2 → h3 → h4</a:t>
            </a:r>
          </a:p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 2 : Images non affichées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 de fichier avec espaces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img g 2.png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Renommage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img-g-2.png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23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8954794-8439-E028-601C-1F1007BB5655}"/>
              </a:ext>
            </a:extLst>
          </p:cNvPr>
          <p:cNvSpPr txBox="1"/>
          <p:nvPr/>
        </p:nvSpPr>
        <p:spPr>
          <a:xfrm>
            <a:off x="1120140" y="0"/>
            <a:ext cx="8275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Ressources utilisées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F5C652B-69E4-596E-D503-AD979E0833C2}"/>
              </a:ext>
            </a:extLst>
          </p:cNvPr>
          <p:cNvSpPr txBox="1"/>
          <p:nvPr/>
        </p:nvSpPr>
        <p:spPr>
          <a:xfrm>
            <a:off x="685800" y="1485186"/>
            <a:ext cx="95783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Documentation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Documentation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Validator W3C </a:t>
            </a:r>
          </a:p>
          <a:p>
            <a:pPr algn="just"/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DevTools</a:t>
            </a: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10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385756E-7214-B970-0D7D-A16D33DD1CE5}"/>
              </a:ext>
            </a:extLst>
          </p:cNvPr>
          <p:cNvSpPr txBox="1"/>
          <p:nvPr/>
        </p:nvSpPr>
        <p:spPr>
          <a:xfrm>
            <a:off x="560070" y="135374"/>
            <a:ext cx="892683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du site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34A4CE3-AFCB-FC37-C399-9607A199437F}"/>
              </a:ext>
            </a:extLst>
          </p:cNvPr>
          <p:cNvSpPr txBox="1"/>
          <p:nvPr/>
        </p:nvSpPr>
        <p:spPr>
          <a:xfrm>
            <a:off x="560070" y="1403390"/>
            <a:ext cx="1049274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à présenter</a:t>
            </a:r>
          </a:p>
          <a:p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Accueil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Hero Section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Bento Grid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Témoignages </a:t>
            </a:r>
          </a:p>
          <a:p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Filtrage dynamique </a:t>
            </a:r>
          </a:p>
          <a:p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du formulaire </a:t>
            </a:r>
          </a:p>
          <a:p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propos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Compteurs animés </a:t>
            </a:r>
          </a:p>
          <a:p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Mode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et sauvegarde</a:t>
            </a:r>
          </a:p>
        </p:txBody>
      </p:sp>
    </p:spTree>
    <p:extLst>
      <p:ext uri="{BB962C8B-B14F-4D97-AF65-F5344CB8AC3E}">
        <p14:creationId xmlns:p14="http://schemas.microsoft.com/office/powerpoint/2010/main" val="1502900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4C60A89-09E8-4D5E-5BDB-1AC10777A239}"/>
              </a:ext>
            </a:extLst>
          </p:cNvPr>
          <p:cNvSpPr txBox="1"/>
          <p:nvPr/>
        </p:nvSpPr>
        <p:spPr>
          <a:xfrm>
            <a:off x="2217420" y="0"/>
            <a:ext cx="61036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96A0855-3B3A-A27B-BA23-5D523AF9F0EB}"/>
              </a:ext>
            </a:extLst>
          </p:cNvPr>
          <p:cNvSpPr txBox="1"/>
          <p:nvPr/>
        </p:nvSpPr>
        <p:spPr>
          <a:xfrm>
            <a:off x="902970" y="1005126"/>
            <a:ext cx="629793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 obtenus</a:t>
            </a:r>
          </a:p>
          <a:p>
            <a:pPr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Site entièrement fonctionnel</a:t>
            </a:r>
          </a:p>
          <a:p>
            <a:pPr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Responsive Design</a:t>
            </a:r>
          </a:p>
          <a:p>
            <a:pPr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JavaScript interactif</a:t>
            </a:r>
          </a:p>
          <a:p>
            <a:pPr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Déploiement GitHub Pages</a:t>
            </a:r>
          </a:p>
          <a:p>
            <a:pPr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Code validé</a:t>
            </a:r>
          </a:p>
          <a:p>
            <a:pPr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Interface moderne</a:t>
            </a:r>
          </a:p>
          <a:p>
            <a:pPr>
              <a:buNone/>
            </a:pPr>
            <a:r>
              <a:rPr lang="fr-F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Compétences acquises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Git/GitHub</a:t>
            </a:r>
          </a:p>
        </p:txBody>
      </p:sp>
    </p:spTree>
    <p:extLst>
      <p:ext uri="{BB962C8B-B14F-4D97-AF65-F5344CB8AC3E}">
        <p14:creationId xmlns:p14="http://schemas.microsoft.com/office/powerpoint/2010/main" val="382187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A331A23-BDD1-321C-9FDA-30B7558ADC04}"/>
              </a:ext>
            </a:extLst>
          </p:cNvPr>
          <p:cNvSpPr txBox="1"/>
          <p:nvPr/>
        </p:nvSpPr>
        <p:spPr>
          <a:xfrm>
            <a:off x="-160020" y="0"/>
            <a:ext cx="101155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d'amélioration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415DE5E-DAFE-31C9-0CB6-51006FE464FF}"/>
              </a:ext>
            </a:extLst>
          </p:cNvPr>
          <p:cNvSpPr txBox="1"/>
          <p:nvPr/>
        </p:nvSpPr>
        <p:spPr>
          <a:xfrm>
            <a:off x="388620" y="1292096"/>
            <a:ext cx="104584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Améliorations futures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comptes utilisateurs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Authentification sécurisée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données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de bord administrateur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Paiement en ligne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Messagerie interne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avancée de freelances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externe</a:t>
            </a:r>
          </a:p>
          <a:p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581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342</TotalTime>
  <Words>652</Words>
  <Application>Microsoft Office PowerPoint</Application>
  <PresentationFormat>Grand écran</PresentationFormat>
  <Paragraphs>213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 3</vt:lpstr>
      <vt:lpstr>Facette</vt:lpstr>
      <vt:lpstr>AfriTalent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Djibril Diallo</dc:creator>
  <cp:lastModifiedBy>Djibril Diallo</cp:lastModifiedBy>
  <cp:revision>1</cp:revision>
  <dcterms:created xsi:type="dcterms:W3CDTF">2026-06-16T17:55:06Z</dcterms:created>
  <dcterms:modified xsi:type="dcterms:W3CDTF">2026-06-23T19:29:34Z</dcterms:modified>
</cp:coreProperties>
</file>